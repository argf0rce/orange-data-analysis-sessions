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 with Orange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Question: can measurements predict species for unseen flowers?</a:t>
            </a:r>
          </a:p>
          <a:p>
            <a:pPr lvl="0"/>
            <a:r>
              <a:rPr/>
              <a:t>Today: one complete analysis with the bundled iris data.</a:t>
            </a:r>
          </a:p>
          <a:p>
            <a:pPr lvl="0"/>
            <a:r>
              <a:rPr/>
              <a:t>Next: statistics, cleaning and EDA, then regression.</a:t>
            </a:r>
          </a:p>
          <a:p>
            <a:pPr lvl="0"/>
            <a:r>
              <a:rPr/>
              <a:t>Watch and discuss. No installation or typing required.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Orange and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Orange connects ready-made analysis operations visually.</a:t>
            </a:r>
          </a:p>
          <a:p>
            <a:pPr lvl="0"/>
            <a:r>
              <a:rPr/>
              <a:t>Python expresses operations through code.</a:t>
            </a:r>
          </a:p>
          <a:p>
            <a:pPr lvl="0"/>
            <a:r>
              <a:rPr/>
              <a:t>A widget performs a step. A connection carries an output.</a:t>
            </a:r>
          </a:p>
          <a:p>
            <a:pPr lvl="0"/>
            <a:r>
              <a:rPr/>
              <a:t>Outputs include tables, learners, fitted models, and results.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Six Stages of an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Define the question and useful evidence.</a:t>
            </a:r>
          </a:p>
          <a:p>
            <a:pPr lvl="0" indent="-342900" marL="342900">
              <a:buAutoNum type="arabicPeriod"/>
            </a:pPr>
            <a:r>
              <a:rPr/>
              <a:t>Understand rows, columns, and data quality.</a:t>
            </a:r>
          </a:p>
          <a:p>
            <a:pPr lvl="0" indent="-342900" marL="342900">
              <a:buAutoNum type="arabicPeriod"/>
            </a:pPr>
            <a:r>
              <a:rPr/>
              <a:t>Prepare features within the learning process.</a:t>
            </a:r>
          </a:p>
          <a:p>
            <a:pPr lvl="0" indent="-342900" marL="342900">
              <a:buAutoNum type="arabicPeriod"/>
            </a:pPr>
            <a:r>
              <a:rPr/>
              <a:t>Train a baseline and competing models.</a:t>
            </a:r>
          </a:p>
          <a:p>
            <a:pPr lvl="0" indent="-342900" marL="342900">
              <a:buAutoNum type="arabicPeriod"/>
            </a:pPr>
            <a:r>
              <a:rPr/>
              <a:t>Evaluate on rows withheld from fitting.</a:t>
            </a:r>
          </a:p>
          <a:p>
            <a:pPr lvl="0" indent="-342900" marL="342900">
              <a:buAutoNum type="arabicPeriod"/>
            </a:pPr>
            <a:r>
              <a:rPr/>
              <a:t>Interpret errors and communicate limits.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Iris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Bundled with Orange. No download during class.</a:t>
            </a:r>
          </a:p>
          <a:p>
            <a:pPr lvl="0"/>
            <a:r>
              <a:rPr/>
              <a:t>150 flowers, with four numeric measurements each.</a:t>
            </a:r>
          </a:p>
          <a:p>
            <a:pPr lvl="0"/>
            <a:r>
              <a:rPr/>
              <a:t>Three recorded species form the categorical target.</a:t>
            </a:r>
          </a:p>
          <a:p>
            <a:pPr lvl="0"/>
            <a:r>
              <a:rPr/>
              <a:t>Our expanded course workflow is </a:t>
            </a:r>
            <a:r>
              <a:rPr>
                <a:latin typeface="Courier"/>
              </a:rPr>
              <a:t>iris_end_to_end.ows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Column Roles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Features: sepal and petal measurements.</a:t>
            </a:r>
          </a:p>
          <a:p>
            <a:pPr lvl="0"/>
            <a:r>
              <a:rPr/>
              <a:t>Target: species. Meta columns carry labels or identifiers.</a:t>
            </a:r>
          </a:p>
          <a:p>
            <a:pPr lvl="0"/>
            <a:r>
              <a:rPr/>
              <a:t>Imputation and scaling learn from training rows.</a:t>
            </a:r>
          </a:p>
          <a:p>
            <a:pPr lvl="0"/>
            <a:r>
              <a:rPr/>
              <a:t>Each validation fold fits its own preparation steps.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Reserve 20% of rows as a holdout before exploration.</a:t>
            </a:r>
          </a:p>
          <a:p>
            <a:pPr lvl="0"/>
            <a:r>
              <a:rPr/>
              <a:t>Explore the 80% training portion and use five-fold CV.</a:t>
            </a:r>
          </a:p>
          <a:p>
            <a:pPr lvl="0"/>
            <a:r>
              <a:rPr/>
              <a:t>Compare Constant, Logistic Regression, and Tree.</a:t>
            </a:r>
          </a:p>
          <a:p>
            <a:pPr lvl="0"/>
            <a:r>
              <a:rPr/>
              <a:t>Report the separate holdout check after model comparison.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Inspect confusion patterns and individual predictions.</a:t>
            </a:r>
          </a:p>
          <a:p>
            <a:pPr lvl="0"/>
            <a:r>
              <a:rPr/>
              <a:t>Record the source, split, settings, scores, and limits.</a:t>
            </a:r>
          </a:p>
          <a:p>
            <a:pPr lvl="0"/>
            <a:r>
              <a:rPr/>
              <a:t>Save the workflow and use its implementation guide.</a:t>
            </a:r>
          </a:p>
          <a:p>
            <a:pPr lvl="0"/>
            <a:r>
              <a:rPr/>
              <a:t>Next session: statistics with the bundled heart data.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2026-10-11T11:45:10Z</dcterms:created>
  <dcterms:modified xsi:type="dcterms:W3CDTF">2026-10-11T11:45:10Z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